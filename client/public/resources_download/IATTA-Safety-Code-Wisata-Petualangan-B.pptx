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100"/>
    <a:srgbClr val="6633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62" d="100"/>
          <a:sy n="62" d="100"/>
        </p:scale>
        <p:origin x="2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96F6C-883A-4A3A-86BC-0D82AB5C81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25222-73CA-4B85-B0ED-BBFA4C32F89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4221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36836" t="50167" r="25198" b="22514"/>
          <a:stretch>
            <a:fillRect/>
          </a:stretch>
        </p:blipFill>
        <p:spPr>
          <a:xfrm>
            <a:off x="449610" y="180418"/>
            <a:ext cx="2603715" cy="10538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16200000">
            <a:off x="5427661" y="5075850"/>
            <a:ext cx="10951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7</a:t>
            </a:r>
            <a:endParaRPr lang="en-US" sz="1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rot="16200000">
            <a:off x="3835411" y="2643215"/>
            <a:ext cx="432772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KODE</a:t>
            </a:r>
            <a:endParaRPr lang="en-US" sz="3400" dirty="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34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KESELAMATAN </a:t>
            </a:r>
            <a:endParaRPr lang="en-US" sz="3400" dirty="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34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WISATA PETUALANGAN</a:t>
            </a:r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3979" y="1610989"/>
            <a:ext cx="39993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DM </a:t>
            </a:r>
            <a:r>
              <a:rPr lang="en-US" sz="1400" dirty="0">
                <a:solidFill>
                  <a:schemeClr val="bg1"/>
                </a:solidFill>
              </a:rPr>
              <a:t>yang </a:t>
            </a:r>
            <a:r>
              <a:rPr lang="en-US" sz="1400" dirty="0" err="1">
                <a:solidFill>
                  <a:schemeClr val="bg1"/>
                </a:solidFill>
              </a:rPr>
              <a:t>kompeten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memiliki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pengetahuan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ketrampilan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sikap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perilaku</a:t>
            </a:r>
            <a:r>
              <a:rPr lang="en-US" sz="1400" dirty="0">
                <a:solidFill>
                  <a:schemeClr val="bg1"/>
                </a:solidFill>
              </a:rPr>
              <a:t> yang </a:t>
            </a:r>
            <a:r>
              <a:rPr lang="en-US" sz="1400" dirty="0" err="1">
                <a:solidFill>
                  <a:schemeClr val="bg1"/>
                </a:solidFill>
              </a:rPr>
              <a:t>dibutuhkan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untuk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wisata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petualangan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 err="1" smtClean="0">
                <a:solidFill>
                  <a:schemeClr val="bg1"/>
                </a:solidFill>
              </a:rPr>
              <a:t>nergi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kekuatan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fisik</a:t>
            </a:r>
            <a:r>
              <a:rPr lang="en-US" sz="1400" dirty="0">
                <a:solidFill>
                  <a:schemeClr val="bg1"/>
                </a:solidFill>
              </a:rPr>
              <a:t> yang </a:t>
            </a:r>
            <a:r>
              <a:rPr lang="en-US" sz="1400" dirty="0" err="1">
                <a:solidFill>
                  <a:schemeClr val="bg1"/>
                </a:solidFill>
              </a:rPr>
              <a:t>terjaga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untuk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melakukan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wisata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petualangan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 err="1" smtClean="0">
                <a:solidFill>
                  <a:schemeClr val="bg1"/>
                </a:solidFill>
              </a:rPr>
              <a:t>okasi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wisata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petualangan</a:t>
            </a:r>
            <a:r>
              <a:rPr lang="en-US" sz="1400" dirty="0">
                <a:solidFill>
                  <a:schemeClr val="bg1"/>
                </a:solidFill>
              </a:rPr>
              <a:t> yang </a:t>
            </a:r>
            <a:r>
              <a:rPr lang="en-US" sz="1400" dirty="0" err="1">
                <a:solidFill>
                  <a:schemeClr val="bg1"/>
                </a:solidFill>
              </a:rPr>
              <a:t>dipahami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baik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kondisi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fisik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maupun</a:t>
            </a:r>
            <a:r>
              <a:rPr lang="en-US" sz="1400" dirty="0">
                <a:solidFill>
                  <a:schemeClr val="bg1"/>
                </a:solidFill>
              </a:rPr>
              <a:t> non </a:t>
            </a:r>
            <a:r>
              <a:rPr lang="en-US" sz="1400" dirty="0" err="1">
                <a:solidFill>
                  <a:schemeClr val="bg1"/>
                </a:solidFill>
              </a:rPr>
              <a:t>fisik</a:t>
            </a:r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termasuk</a:t>
            </a:r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>
                <a:solidFill>
                  <a:schemeClr val="bg1"/>
                </a:solidFill>
              </a:rPr>
              <a:t>adanya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perubahan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akibat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cuaca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 err="1" smtClean="0">
                <a:solidFill>
                  <a:schemeClr val="bg1"/>
                </a:solidFill>
              </a:rPr>
              <a:t>lat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sarana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sarana</a:t>
            </a:r>
            <a:r>
              <a:rPr lang="en-US" sz="1400" dirty="0">
                <a:solidFill>
                  <a:schemeClr val="bg1"/>
                </a:solidFill>
              </a:rPr>
              <a:t> yang </a:t>
            </a:r>
            <a:r>
              <a:rPr lang="en-US" sz="1400" dirty="0" err="1">
                <a:solidFill>
                  <a:schemeClr val="bg1"/>
                </a:solidFill>
              </a:rPr>
              <a:t>berkualitas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memadai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r>
              <a:rPr lang="en-US" sz="1400" dirty="0" err="1" smtClean="0">
                <a:solidFill>
                  <a:schemeClr val="bg1"/>
                </a:solidFill>
              </a:rPr>
              <a:t>anajemen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wisata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petualangan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yang </a:t>
            </a:r>
            <a:r>
              <a:rPr lang="en-US" sz="1400" dirty="0" err="1" smtClean="0">
                <a:solidFill>
                  <a:schemeClr val="bg1"/>
                </a:solidFill>
              </a:rPr>
              <a:t>terencana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dengan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matang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 smtClean="0">
                <a:solidFill>
                  <a:schemeClr val="bg1"/>
                </a:solidFill>
              </a:rPr>
              <a:t>lam </a:t>
            </a:r>
            <a:r>
              <a:rPr lang="en-US" sz="1400" dirty="0">
                <a:solidFill>
                  <a:schemeClr val="bg1"/>
                </a:solidFill>
              </a:rPr>
              <a:t>yang </a:t>
            </a:r>
            <a:r>
              <a:rPr lang="en-US" sz="1400" dirty="0" err="1">
                <a:solidFill>
                  <a:schemeClr val="bg1"/>
                </a:solidFill>
              </a:rPr>
              <a:t>dijaga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dilestarikan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 err="1">
                <a:solidFill>
                  <a:schemeClr val="bg1"/>
                </a:solidFill>
              </a:rPr>
              <a:t>e</a:t>
            </a:r>
            <a:r>
              <a:rPr lang="en-US" sz="1400" dirty="0" err="1" smtClean="0">
                <a:solidFill>
                  <a:schemeClr val="bg1"/>
                </a:solidFill>
              </a:rPr>
              <a:t>rapkan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prosedur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operasi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standar</a:t>
            </a:r>
            <a:r>
              <a:rPr lang="en-US" sz="1400" dirty="0" smtClean="0">
                <a:solidFill>
                  <a:schemeClr val="bg1"/>
                </a:solidFill>
              </a:rPr>
              <a:t> yang </a:t>
            </a:r>
            <a:r>
              <a:rPr lang="en-US" sz="1400" dirty="0" err="1" smtClean="0">
                <a:solidFill>
                  <a:schemeClr val="bg1"/>
                </a:solidFill>
              </a:rPr>
              <a:t>berlaku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lokal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dan</a:t>
            </a:r>
            <a:r>
              <a:rPr lang="en-US" sz="1400" dirty="0" smtClean="0">
                <a:solidFill>
                  <a:schemeClr val="bg1"/>
                </a:solidFill>
              </a:rPr>
              <a:t> global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73" y="1308482"/>
            <a:ext cx="506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454" y="2547890"/>
            <a:ext cx="4603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4263" y="3629980"/>
            <a:ext cx="4507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1948" y="4904018"/>
            <a:ext cx="5854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9610" y="6834730"/>
            <a:ext cx="5854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823" y="6020425"/>
            <a:ext cx="7008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075" y="7730113"/>
            <a:ext cx="4635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endParaRPr lang="en-US" sz="4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24833" y="1440370"/>
            <a:ext cx="20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SUMBER DAYA MANUSIA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67638" y="2689111"/>
            <a:ext cx="705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 I S I K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51231" y="3784424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 O K A S I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76770" y="5030195"/>
            <a:ext cx="1996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SARANA &amp; PRA SARANA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34921" y="6034503"/>
            <a:ext cx="1141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TATA KELOLA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96527" y="6948961"/>
            <a:ext cx="755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 L A M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84079" y="7788675"/>
            <a:ext cx="567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 O P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6" t="53776"/>
          <a:stretch>
            <a:fillRect/>
          </a:stretch>
        </p:blipFill>
        <p:spPr>
          <a:xfrm>
            <a:off x="3973292" y="7942564"/>
            <a:ext cx="2899194" cy="1980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627</Words>
  <Application>WPS Presentation</Application>
  <PresentationFormat>A4 Paper (210x297 mm)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Aharoni</vt:lpstr>
      <vt:lpstr>Yu Gothic UI Semibold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Amalia Yunita</dc:creator>
  <cp:lastModifiedBy>Amalia Yunita</cp:lastModifiedBy>
  <cp:revision>12</cp:revision>
  <dcterms:created xsi:type="dcterms:W3CDTF">2018-09-27T06:43:00Z</dcterms:created>
  <dcterms:modified xsi:type="dcterms:W3CDTF">2025-10-27T04:06:30Z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A9538734D7854F07B96CBE5E62FE0F01_13</vt:lpwstr>
  </property>
  <property fmtid="{D5CDD505-2E9C-101B-9397-08002B2CF9AE}" pid="3" name="KSOProductBuildVer">
    <vt:lpwstr>1033-12.2.0.23131</vt:lpwstr>
  </property>
</Properties>
</file>